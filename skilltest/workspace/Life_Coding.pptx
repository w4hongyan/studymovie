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81000" y="-381000"/>
            <a:ext cx="1905000" cy="1905000"/>
          </a:xfrm>
          <a:prstGeom prst="roundRect">
            <a:avLst>
              <a:gd name="adj" fmla="val 4800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149" y="3619649"/>
            <a:ext cx="1269950" cy="1269950"/>
          </a:xfrm>
          <a:prstGeom prst="roundRect">
            <a:avLst>
              <a:gd name="adj" fmla="val 7200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87941" y="660350"/>
            <a:ext cx="9594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4031010"/>
            <a:ext cx="9594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1300" y="1039564"/>
            <a:ext cx="3581400" cy="2810321"/>
          </a:xfrm>
          <a:prstGeom prst="roundRect">
            <a:avLst>
              <a:gd name="adj" fmla="val 6779"/>
            </a:avLst>
          </a:prstGeom>
          <a:solidFill>
            <a:srgbClr val="FFFFFF"/>
          </a:solidFill>
          <a:ln w="38100">
            <a:solidFill>
              <a:srgbClr val="3B82F6"/>
            </a:solidFill>
          </a:ln>
          <a:effectLst>
            <a:outerShdw sx="100000" sy="100000" kx="0" ky="0" algn="bl" rotWithShape="0" blurRad="101600" dist="107763" dir="2700000">
              <a:srgbClr val="f97316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72968" y="1574453"/>
            <a:ext cx="27980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生活中的编码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06293" y="2564904"/>
            <a:ext cx="2331265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探索数字世界的秘密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26048" y="3149054"/>
            <a:ext cx="1891903" cy="472232"/>
          </a:xfrm>
          <a:prstGeom prst="roundRect">
            <a:avLst>
              <a:gd name="adj" fmla="val 134468"/>
            </a:avLst>
          </a:prstGeom>
          <a:solidFill>
            <a:srgbClr val="10B981"/>
          </a:solidFill>
          <a:ln w="19050">
            <a:solidFill>
              <a:srgbClr val="05966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37456" y="3269605"/>
            <a:ext cx="1269087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小学信息技术课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443359"/>
            <a:ext cx="86792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92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什么是编码？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450" y="906810"/>
            <a:ext cx="762000" cy="507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450" y="1236911"/>
            <a:ext cx="867928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编码不只是电脑里的 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15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，生活中到处都有编码！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17450" y="1625501"/>
            <a:ext cx="2667000" cy="307359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  <a:effectLst>
            <a:outerShdw sx="100000" sy="100000" kx="0" ky="0" algn="bl" rotWithShape="0" blurRad="101600" dist="71842" dir="2700000">
              <a:srgbClr val="ef4444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73101" y="18222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EF4444"/>
          </a:solidFill>
          <a:ln w="19050">
            <a:solidFill>
              <a:srgbClr val="1E293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3742" y="2406402"/>
            <a:ext cx="247441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红绿灯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3742" y="2731443"/>
            <a:ext cx="2474416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简单的颜色编码</a:t>
            </a:r>
            <a:endParaRPr lang="en-US" sz="1000" dirty="0"/>
          </a:p>
          <a:p>
            <a:pPr algn="ctr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指挥交通秩序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38351" y="1625501"/>
            <a:ext cx="2667149" cy="307359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>
            <a:outerShdw sx="100000" sy="100000" kx="0" ky="0" algn="bl" rotWithShape="0" blurRad="101600" dist="71842" dir="2700000">
              <a:srgbClr val="3b82f6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98900" y="1803202"/>
            <a:ext cx="546050" cy="393650"/>
          </a:xfrm>
          <a:prstGeom prst="roundRect">
            <a:avLst>
              <a:gd name="adj" fmla="val 12905"/>
            </a:avLst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22750" y="1873002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68701" y="1923752"/>
            <a:ext cx="253901" cy="38100"/>
          </a:xfrm>
          <a:prstGeom prst="rect">
            <a:avLst/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68701" y="1999952"/>
            <a:ext cx="253901" cy="38100"/>
          </a:xfrm>
          <a:prstGeom prst="rect">
            <a:avLst/>
          </a:prstGeom>
          <a:solidFill>
            <a:srgbClr val="93C5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34641" y="2406402"/>
            <a:ext cx="247456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4641" y="2731443"/>
            <a:ext cx="2474568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唯一的数字编码</a:t>
            </a:r>
            <a:endParaRPr lang="en-US" sz="1000" dirty="0"/>
          </a:p>
          <a:p>
            <a:pPr algn="ctr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代表你的身份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59401" y="1625501"/>
            <a:ext cx="2667149" cy="3073598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sx="100000" sy="100000" kx="0" ky="0" algn="bl" rotWithShape="0" blurRad="101600" dist="71842" dir="2700000">
              <a:srgbClr val="10b981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19950" y="1803202"/>
            <a:ext cx="546050" cy="39365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05080" y="1934021"/>
            <a:ext cx="38330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100000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55691" y="2406402"/>
            <a:ext cx="247456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邮政编码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5691" y="2731443"/>
            <a:ext cx="2474568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城市的地址编码</a:t>
            </a:r>
            <a:endParaRPr lang="en-US" sz="1000" dirty="0"/>
          </a:p>
          <a:p>
            <a:pPr algn="ctr" indent="0" marL="0">
              <a:lnSpc>
                <a:spcPts val="13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信件不迷路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46280" y="4335810"/>
            <a:ext cx="161672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生活中的编码 - Page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443359"/>
            <a:ext cx="86792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92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计算机的语言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450" y="906810"/>
            <a:ext cx="762000" cy="50750"/>
          </a:xfrm>
          <a:prstGeom prst="roundRect">
            <a:avLst>
              <a:gd name="adj" fmla="val 500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450" y="1236911"/>
            <a:ext cx="8679281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计算机很单纯，只认识两个数字：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和 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20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16398" y="1688902"/>
            <a:ext cx="1765102" cy="3010198"/>
          </a:xfrm>
          <a:prstGeom prst="roundRect">
            <a:avLst>
              <a:gd name="adj" fmla="val 7195"/>
            </a:avLst>
          </a:prstGeom>
          <a:solidFill>
            <a:srgbClr val="F1F5F9"/>
          </a:solidFill>
          <a:ln w="19050">
            <a:solidFill>
              <a:srgbClr val="94A3B8"/>
            </a:solidFill>
          </a:ln>
          <a:effectLst>
            <a:outerShdw sx="100000" sy="100000" kx="0" ky="0" algn="bl" rotWithShape="0" blurRad="101600" dist="71842" dir="2700000">
              <a:srgbClr val="94a3b8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21709" y="2317403"/>
            <a:ext cx="1554480" cy="660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spcBef>
                <a:spcPts val="4000"/>
              </a:spcBef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36949" y="3041005"/>
            <a:ext cx="1524000" cy="713333"/>
          </a:xfrm>
          <a:prstGeom prst="roundRect">
            <a:avLst>
              <a:gd name="adj" fmla="val 14243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86378" y="3282107"/>
            <a:ext cx="142514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 OFF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21709" y="3817739"/>
            <a:ext cx="15544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没有电信号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62500" y="1688902"/>
            <a:ext cx="1765102" cy="3010198"/>
          </a:xfrm>
          <a:prstGeom prst="roundRect">
            <a:avLst>
              <a:gd name="adj" fmla="val 7195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  <a:effectLst>
            <a:outerShdw sx="100000" sy="100000" kx="0" ky="0" algn="bl" rotWithShape="0" blurRad="101600" dist="71842" dir="2700000">
              <a:srgbClr val="f59e0b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7811" y="2317403"/>
            <a:ext cx="1554480" cy="660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00"/>
              </a:lnSpc>
              <a:spcBef>
                <a:spcPts val="4000"/>
              </a:spcBef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883051" y="3041005"/>
            <a:ext cx="1524000" cy="713333"/>
          </a:xfrm>
          <a:prstGeom prst="roundRect">
            <a:avLst>
              <a:gd name="adj" fmla="val 1424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2480" y="3282107"/>
            <a:ext cx="142514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 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7811" y="3817739"/>
            <a:ext cx="1554480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有电信号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46280" y="4335810"/>
            <a:ext cx="161672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生活中的编码 - Page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443359"/>
            <a:ext cx="86792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92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神奇的条形码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450" y="906810"/>
            <a:ext cx="762000" cy="50750"/>
          </a:xfrm>
          <a:prstGeom prst="roundRect">
            <a:avLst>
              <a:gd name="adj" fmla="val 50049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450" y="2046089"/>
            <a:ext cx="4080662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Bef>
                <a:spcPts val="1800"/>
              </a:spcBef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超市商品的"身份证"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17450" y="2533650"/>
            <a:ext cx="4000649" cy="1432471"/>
          </a:xfrm>
          <a:prstGeom prst="roundRect">
            <a:avLst>
              <a:gd name="adj" fmla="val 10639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2876550"/>
            <a:ext cx="36920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粗细不同的线条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3227040"/>
            <a:ext cx="36920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代表数字信息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3577530"/>
            <a:ext cx="369204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扫一扫就知道价格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78550" y="1559719"/>
            <a:ext cx="2095351" cy="2791123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1E293B"/>
            </a:solidFill>
          </a:ln>
          <a:effectLst>
            <a:outerShdw sx="100000" sy="100000" kx="0" ky="0" algn="bl" rotWithShape="0" blurRad="101600" dist="107763" dir="2700000">
              <a:srgbClr val="cbd5e1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28147" y="1896219"/>
            <a:ext cx="101501" cy="1524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0398" y="1896219"/>
            <a:ext cx="50750" cy="1524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1899" y="2048619"/>
            <a:ext cx="1524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85049" y="2048619"/>
            <a:ext cx="5075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37300" y="2048619"/>
            <a:ext cx="20315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91201" y="2048619"/>
            <a:ext cx="7620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43601" y="2048619"/>
            <a:ext cx="126950" cy="13716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21302" y="1896219"/>
            <a:ext cx="50750" cy="1524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22803" y="1896219"/>
            <a:ext cx="101501" cy="152400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00826" y="3547170"/>
            <a:ext cx="1450797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69012345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46280" y="4335810"/>
            <a:ext cx="161672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生活中的编码 - Page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443359"/>
            <a:ext cx="86792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92"/>
              </a:spcBef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小小侦探：破解密码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450" y="906810"/>
            <a:ext cx="762000" cy="50750"/>
          </a:xfrm>
          <a:prstGeom prst="roundRect">
            <a:avLst>
              <a:gd name="adj" fmla="val 50049"/>
            </a:avLst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7450" y="1084511"/>
            <a:ext cx="8509099" cy="1444526"/>
          </a:xfrm>
          <a:prstGeom prst="roundRect">
            <a:avLst>
              <a:gd name="adj" fmla="val 8792"/>
            </a:avLst>
          </a:prstGeom>
          <a:solidFill>
            <a:srgbClr val="FDF2F8"/>
          </a:solidFill>
          <a:ln w="19050">
            <a:solidFill>
              <a:srgbClr val="EC4899"/>
            </a:solidFill>
          </a:ln>
          <a:effectLst>
            <a:outerShdw sx="100000" sy="100000" kx="0" ky="0" algn="bl" rotWithShape="0" blurRad="101600" dist="71842" dir="2700000">
              <a:srgbClr val="fbcfe8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321" y="1357461"/>
            <a:ext cx="8433358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密码本规则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75670" y="1657052"/>
            <a:ext cx="903684" cy="751433"/>
          </a:xfrm>
          <a:prstGeom prst="roundRect">
            <a:avLst>
              <a:gd name="adj" fmla="val 13521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85220" y="1917204"/>
            <a:ext cx="49427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33255" y="1657052"/>
            <a:ext cx="891480" cy="751433"/>
          </a:xfrm>
          <a:prstGeom prst="roundRect">
            <a:avLst>
              <a:gd name="adj" fmla="val 13521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42805" y="1917204"/>
            <a:ext cx="48182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78636" y="1657052"/>
            <a:ext cx="889695" cy="751433"/>
          </a:xfrm>
          <a:prstGeom prst="roundRect">
            <a:avLst>
              <a:gd name="adj" fmla="val 13521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8186" y="1917204"/>
            <a:ext cx="48000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E18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43386" y="3145929"/>
            <a:ext cx="3118220" cy="273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请问：</a:t>
            </a:r>
            <a:pPr algn="l" indent="0" marL="0">
              <a:lnSpc>
                <a:spcPts val="208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1 - 2 - 3</a:t>
            </a:r>
            <a:pPr algn="l" indent="0" marL="0">
              <a:lnSpc>
                <a:spcPts val="208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是什么意思？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58322" y="3518805"/>
            <a:ext cx="1627208" cy="920974"/>
          </a:xfrm>
          <a:prstGeom prst="roundRect">
            <a:avLst>
              <a:gd name="adj" fmla="val 16548"/>
            </a:avLst>
          </a:prstGeom>
          <a:solidFill>
            <a:srgbClr val="FFFFFF"/>
          </a:solidFill>
          <a:ln w="38100">
            <a:solidFill>
              <a:srgbClr val="EC489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61218" y="3846104"/>
            <a:ext cx="1041843" cy="26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答案：A B 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46280" y="4335810"/>
            <a:ext cx="1616720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生活中的编码 - Page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9000" y="-634901"/>
            <a:ext cx="2539901" cy="2539901"/>
          </a:xfrm>
          <a:prstGeom prst="roundRect">
            <a:avLst>
              <a:gd name="adj" fmla="val 36001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53901" y="3873401"/>
            <a:ext cx="1524000" cy="1524000"/>
          </a:xfrm>
          <a:prstGeom prst="roundRect">
            <a:avLst>
              <a:gd name="adj" fmla="val 60000"/>
            </a:avLst>
          </a:prstGeom>
          <a:solidFill>
            <a:srgbClr val="FFED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136999" y="930325"/>
            <a:ext cx="2870002" cy="3028801"/>
          </a:xfrm>
          <a:prstGeom prst="roundRect">
            <a:avLst>
              <a:gd name="adj" fmla="val 6638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>
            <a:outerShdw sx="100000" sy="100000" kx="0" ky="0" algn="bl" rotWithShape="0" blurRad="101600" dist="179605" dir="2700000">
              <a:srgbClr val="10b981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35781" y="1431131"/>
            <a:ext cx="20724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144"/>
              </a:spcBef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39312" y="2154882"/>
            <a:ext cx="186537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Bef>
                <a:spcPts val="5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编码让生活更美好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56099" y="2943969"/>
            <a:ext cx="2031802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5781" y="3321695"/>
            <a:ext cx="207243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记得观察身边的编码哦！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 Coding</dc:title>
  <dc:subject>PptxGenJS Presentation</dc:subject>
  <dc:creator>Trae AI</dc:creator>
  <cp:lastModifiedBy>Trae AI</cp:lastModifiedBy>
  <cp:revision>1</cp:revision>
  <dcterms:created xsi:type="dcterms:W3CDTF">2026-02-02T01:18:03Z</dcterms:created>
  <dcterms:modified xsi:type="dcterms:W3CDTF">2026-02-02T01:18:03Z</dcterms:modified>
</cp:coreProperties>
</file>